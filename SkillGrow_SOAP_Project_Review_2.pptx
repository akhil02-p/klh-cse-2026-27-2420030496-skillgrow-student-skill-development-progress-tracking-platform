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73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02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0515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PROJECT REVIEW – 2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SkillGrow – Student Skill Development &amp; Progress Tracking Platform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828800" y="2880360"/>
            <a:ext cx="731520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205740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4747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Akhil Kumar Reddy  —  2420030496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 Rohan Chowdary     —  2420030564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Sai Pranav Reddy  —  2420030224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4617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Venkateswari Ketineni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5010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Course: SOA Programming and Microservices – (24SDCS03)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650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 of Review–2 Work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1143000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78992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 of Objectives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SkillGrow set out to build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1143000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879592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Completed So Far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data layer implemented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2221992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78992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Model &amp; Entities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2660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User, Skill, Project, Certification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0" y="2221992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79592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Layered Backend Architecture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2660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Controller → Service → Repository → MySQL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14400" y="3300984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1078992" y="3465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Endpoints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60020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endpoints across 4 controllers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15000" y="3300984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879592" y="3465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Cross-Cutting Concerns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Validation, error handling, CORS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14400" y="4379976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1078992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60020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vs. Plan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60020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against the 12-week timeline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715000" y="4379976"/>
            <a:ext cx="46634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879592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 – Phase 2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Auth, frontend, ML and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 &amp; Progress Summary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60120" y="1124712"/>
            <a:ext cx="9144000" cy="1298448"/>
          </a:xfrm>
          <a:prstGeom prst="roundRect">
            <a:avLst>
              <a:gd name="adj" fmla="val 5634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234440" y="1207008"/>
            <a:ext cx="8595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 of SkillGrow's development is complete: the core data model and REST API layer are implemented in Spring Boot and running against MySQL, giving the frontend and future ML service a working foundation to build 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58952" y="2788920"/>
            <a:ext cx="2916936" cy="2148840"/>
          </a:xfrm>
          <a:prstGeom prst="roundRect">
            <a:avLst>
              <a:gd name="adj" fmla="val 2553"/>
            </a:avLst>
          </a:prstGeom>
          <a:solidFill>
            <a:srgbClr val="F4F4F4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3832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JPA entities (User, Skill, Project, Certification) with validated fields and mapped relationships.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726180" y="2788920"/>
            <a:ext cx="2916936" cy="2148840"/>
          </a:xfrm>
          <a:prstGeom prst="roundRect">
            <a:avLst>
              <a:gd name="adj" fmla="val 2553"/>
            </a:avLst>
          </a:prstGeom>
          <a:solidFill>
            <a:srgbClr val="F4F4F4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92734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927348" y="33832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REST endpoints across 4 controllers, backed by a service + repository layer and DTOs.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93408" y="2788920"/>
            <a:ext cx="2916936" cy="2148840"/>
          </a:xfrm>
          <a:prstGeom prst="roundRect">
            <a:avLst>
              <a:gd name="adj" fmla="val 2553"/>
            </a:avLst>
          </a:prstGeom>
          <a:solidFill>
            <a:srgbClr val="F4F4F4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894576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 Environment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94576" y="33832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 Boot 3.3.4 on Java 17, Maven build, MySQL via Hibernate, CORS opened for the React client.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up: connect the React client to these APIs, add JWT-based auth, and begin the ML recommendation service.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– Implementation Status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05840" y="1115568"/>
            <a:ext cx="502920" cy="502920"/>
          </a:xfrm>
          <a:prstGeom prst="ellipse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05840" y="11978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Unified Skill Tracking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0972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Skill, Project and Certification entities record milestones, coursework and certifications for each user.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921240" y="118872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921240" y="11887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82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05840" y="20939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Monitoring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1993392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carries a validated 0–100 progressPercent field; the visual dashboard consumes it next.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921240" y="2084832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CEEDD"/>
          </a:solidFill>
          <a:ln w="12700">
            <a:solidFill>
              <a:srgbClr val="F0C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921240" y="20848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7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05840" y="2907792"/>
            <a:ext cx="502920" cy="502920"/>
          </a:xfrm>
          <a:prstGeom prst="ellipse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05840" y="2990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" y="28895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288950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Project/Skill data will feed the Python ML service planned for Phase 4.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921240" y="2980944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921240" y="29809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05840" y="3803904"/>
            <a:ext cx="502920" cy="502920"/>
          </a:xfrm>
          <a:prstGeom prst="ellipse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05840" y="3886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691640" y="37856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Role-Based Access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794760" y="378561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 enum (STUDENT/MENTOR/ADMIN) is modelled; JWT authentication lands in Phase 2.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921240" y="3877056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CEEDD"/>
          </a:solidFill>
          <a:ln w="12700">
            <a:solidFill>
              <a:srgbClr val="F0C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9921240" y="38770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7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05840" y="4700016"/>
            <a:ext cx="502920" cy="502920"/>
          </a:xfrm>
          <a:prstGeom prst="ellipse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1005840" y="47823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691640" y="46817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Architecture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794760" y="468172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Controller–Service–Repository layering on Spring Boot + MySQL is live and ready to extend.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921240" y="477316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9921240" y="47731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82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Model &amp; Entities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8778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JPA entities implemented in Phase 1 form the persistent core of the platform; all are mapped to MySQL via Hibernate.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1828800" cy="502920"/>
          </a:xfrm>
          <a:prstGeom prst="rect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51760" y="1417320"/>
            <a:ext cx="2743200" cy="502920"/>
          </a:xfrm>
          <a:prstGeom prst="rect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69748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94960" y="1417320"/>
            <a:ext cx="2743200" cy="502920"/>
          </a:xfrm>
          <a:prstGeom prst="rect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44068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38160" y="1417320"/>
            <a:ext cx="2313432" cy="502920"/>
          </a:xfrm>
          <a:prstGeom prst="rect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183880" y="141732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1993392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32688" y="2048256"/>
            <a:ext cx="16093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651760" y="199339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2761488" y="204825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fullName, email, password, role, createdAt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94960" y="199339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504688" y="204825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— * Skill / Project / Certification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38160" y="1993392"/>
            <a:ext cx="2313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247888" y="2048256"/>
            <a:ext cx="20939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account &amp; role record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2960" y="2953512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32688" y="3008376"/>
            <a:ext cx="16093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651760" y="295351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761488" y="300837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name, category, progressPercent (0–100), updatedAt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94960" y="295351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504688" y="300837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— 1 User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138160" y="2953512"/>
            <a:ext cx="2313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8247888" y="3008376"/>
            <a:ext cx="20939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Powers dashboard growth tracking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22960" y="3913632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932688" y="3968496"/>
            <a:ext cx="16093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651760" y="391363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2761488" y="396849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title, description, techStack, repoUrl, createdAt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94960" y="391363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5504688" y="396849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— 1 User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138160" y="3913632"/>
            <a:ext cx="2313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247888" y="3968496"/>
            <a:ext cx="20939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evidence &amp; ML input signal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22960" y="4873752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932688" y="4928616"/>
            <a:ext cx="16093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2651760" y="487375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2761488" y="492861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name, issuer, dateIssued, credentialUrl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394960" y="4873752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5504688" y="4928616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— 1 User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138160" y="4873752"/>
            <a:ext cx="23134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247888" y="4928616"/>
            <a:ext cx="20939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external achievement record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Layered Backend Architecture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" y="1051560"/>
            <a:ext cx="4572000" cy="502920"/>
          </a:xfrm>
          <a:prstGeom prst="rect">
            <a:avLst/>
          </a:prstGeom>
          <a:solidFill>
            <a:srgbClr val="A5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0" y="1051560"/>
            <a:ext cx="5513832" cy="502920"/>
          </a:xfrm>
          <a:prstGeom prst="rect">
            <a:avLst/>
          </a:prstGeom>
          <a:solidFill>
            <a:srgbClr val="2082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852160" y="1051560"/>
            <a:ext cx="5513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RESPONSIBILITY (IMPLEMENTED)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1664208"/>
            <a:ext cx="4572000" cy="786384"/>
          </a:xfrm>
          <a:prstGeom prst="roundRect">
            <a:avLst>
              <a:gd name="adj" fmla="val 6977"/>
            </a:avLst>
          </a:prstGeom>
          <a:solidFill>
            <a:srgbClr val="F7E8E8"/>
          </a:solidFill>
          <a:ln w="12700">
            <a:solidFill>
              <a:srgbClr val="E1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05840" y="16642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Controller (REST)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66420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852160" y="1664208"/>
            <a:ext cx="5513832" cy="786384"/>
          </a:xfrm>
          <a:prstGeom prst="roundRect">
            <a:avLst>
              <a:gd name="adj" fmla="val 697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080760" y="1664208"/>
            <a:ext cx="5074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Routes HTTP requests, triggers @Valid bean validation on request DTOs.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2578608"/>
            <a:ext cx="4572000" cy="786384"/>
          </a:xfrm>
          <a:prstGeom prst="roundRect">
            <a:avLst>
              <a:gd name="adj" fmla="val 6977"/>
            </a:avLst>
          </a:prstGeom>
          <a:solidFill>
            <a:srgbClr val="F7E8E8"/>
          </a:solidFill>
          <a:ln w="12700">
            <a:solidFill>
              <a:srgbClr val="E1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05840" y="25786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257860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852160" y="2578608"/>
            <a:ext cx="5513832" cy="786384"/>
          </a:xfrm>
          <a:prstGeom prst="roundRect">
            <a:avLst>
              <a:gd name="adj" fmla="val 697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080760" y="2578608"/>
            <a:ext cx="5074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Holds business logic and maps between entities and DTOs.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3493008"/>
            <a:ext cx="4572000" cy="786384"/>
          </a:xfrm>
          <a:prstGeom prst="roundRect">
            <a:avLst>
              <a:gd name="adj" fmla="val 6977"/>
            </a:avLst>
          </a:prstGeom>
          <a:solidFill>
            <a:srgbClr val="F7E8E8"/>
          </a:solidFill>
          <a:ln w="12700">
            <a:solidFill>
              <a:srgbClr val="E1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05840" y="34930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Repository (Spring Data JPA)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349300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852160" y="3493008"/>
            <a:ext cx="5513832" cy="786384"/>
          </a:xfrm>
          <a:prstGeom prst="roundRect">
            <a:avLst>
              <a:gd name="adj" fmla="val 697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080760" y="3493008"/>
            <a:ext cx="5074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database access via typed repository interfaces.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22960" y="4407408"/>
            <a:ext cx="4572000" cy="786384"/>
          </a:xfrm>
          <a:prstGeom prst="roundRect">
            <a:avLst>
              <a:gd name="adj" fmla="val 6977"/>
            </a:avLst>
          </a:prstGeom>
          <a:solidFill>
            <a:srgbClr val="F7E8E8"/>
          </a:solidFill>
          <a:ln w="12700">
            <a:solidFill>
              <a:srgbClr val="E1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1005840" y="44074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Entity / MySQL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40680" y="440740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52160" y="4407408"/>
            <a:ext cx="5513832" cy="786384"/>
          </a:xfrm>
          <a:prstGeom prst="roundRect">
            <a:avLst>
              <a:gd name="adj" fmla="val 697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080760" y="4407408"/>
            <a:ext cx="5074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Persists data; schema auto-managed with ddl-auto=update.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36752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separation between layers means Phase 2 (JWT security) and Phase 4 (ML scoring) can be added without reworking the existing code.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&amp; Cross-Cutting Concerns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8952" y="960120"/>
            <a:ext cx="2916936" cy="1371600"/>
          </a:xfrm>
          <a:prstGeom prst="roundRect">
            <a:avLst>
              <a:gd name="adj" fmla="val 4000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41832" y="107899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Exception Handling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14630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@RestControllerAdvice returns structured JSON for 404 (not found), 400 (bad request) and field-level validation errors.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26180" y="960120"/>
            <a:ext cx="2916936" cy="1371600"/>
          </a:xfrm>
          <a:prstGeom prst="roundRect">
            <a:avLst>
              <a:gd name="adj" fmla="val 4000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909060" y="107899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Bean Validation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09060" y="14630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@NotBlank, @Email, @Min/@Max on request DTOs reject bad input before it reaches business logic.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93408" y="960120"/>
            <a:ext cx="2916936" cy="1371600"/>
          </a:xfrm>
          <a:prstGeom prst="roundRect">
            <a:avLst>
              <a:gd name="adj" fmla="val 4000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876288" y="107899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CORS Configuration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76288" y="14630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React dev server origin (localhost:3000) is explicitly allowed with credentials for cross-origin calls.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5420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ENDPOINTS — 16 ACROSS 4 CONTROLLERS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2907792"/>
            <a:ext cx="105430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29077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926080" y="29077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 GET / GET {id} / DELETE {id}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29077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3547872"/>
            <a:ext cx="105430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0584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2926080" y="35478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 GET / PATCH progress / DELETE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35478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/api/users/{userId}/skills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22960" y="4187952"/>
            <a:ext cx="105430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05840" y="4187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2926080" y="4187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 GET / DELETE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41879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/api/users/{userId}/projects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22960" y="4828032"/>
            <a:ext cx="1054303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1005840" y="48280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Certifications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2926080" y="48280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 GET / DELETE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48280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/api/users/{userId}/certifications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595" y="0"/>
            <a:ext cx="1942643" cy="6226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vs. Plan &amp; Next Steps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A.Y. 2026–2027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SOA Programming and Microservices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Review–2  |  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backend data and API layer was prioritized ahead of the original schedule so frontend and ML work have a stable foundation to build 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1371600"/>
            <a:ext cx="1054303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137160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 &amp; Design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3716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W1 – W2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46920" y="1421892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646920" y="142189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82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1856232"/>
            <a:ext cx="10543032" cy="4297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05840" y="185623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 Boot + REST APIs (Data Layer)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8562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W3 – W4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646920" y="1906524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E8F6ED"/>
          </a:solidFill>
          <a:ln w="12700">
            <a:solidFill>
              <a:srgbClr val="AAD2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46920" y="190652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82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2340864"/>
            <a:ext cx="1054303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05840" y="234086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234086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W5 – W6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646920" y="2391156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FCEEDD"/>
          </a:solidFill>
          <a:ln w="12700">
            <a:solidFill>
              <a:srgbClr val="F0C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9646920" y="23911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7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22960" y="2825496"/>
            <a:ext cx="10543032" cy="4297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1005840" y="282549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ML Recommendations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282549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W7 – W8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646920" y="2875788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646920" y="287578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22960" y="3310128"/>
            <a:ext cx="1054303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1005840" y="331012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&amp; Testing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217920" y="331012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W9 – W10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646920" y="3360420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9646920" y="33604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22960" y="3794760"/>
            <a:ext cx="10543032" cy="4297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005840" y="379476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737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 + Evaluation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37947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W11 – W12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9646920" y="3845052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9646920" y="38450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78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4416552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 — PHASE 2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22960" y="47823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914400" y="47823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Auth &amp; Security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3483864" y="47823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3575304" y="47823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Frontend Integration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144768" y="47823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6236208" y="47823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Recommendation Service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805672" y="47823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7E8E8"/>
          </a:solidFill>
          <a:ln w="12700">
            <a:solidFill>
              <a:srgbClr val="A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 txBox="1"/>
          <p:nvPr/>
        </p:nvSpPr>
        <p:spPr>
          <a:xfrm>
            <a:off x="8897112" y="47823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5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 &amp;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06104-5267-7FA0-ED36-0463CFE33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" y="634856"/>
            <a:ext cx="11951314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3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254DB-C2F5-949F-7A7A-A0EE9008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77" y="625331"/>
            <a:ext cx="9658846" cy="560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1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938</Words>
  <Application>Microsoft Office PowerPoint</Application>
  <PresentationFormat>Widescreen</PresentationFormat>
  <Paragraphs>177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 Putta</cp:lastModifiedBy>
  <cp:revision>2</cp:revision>
  <dcterms:created xsi:type="dcterms:W3CDTF">2026-09-24T08:12:00Z</dcterms:created>
  <dcterms:modified xsi:type="dcterms:W3CDTF">2026-09-24T09:15:52Z</dcterms:modified>
</cp:coreProperties>
</file>